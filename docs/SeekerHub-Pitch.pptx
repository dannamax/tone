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457200"/>
            <a:ext cx="822960" cy="8229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8151876" y="745236"/>
            <a:ext cx="246888" cy="246888"/>
          </a:xfrm>
          <a:prstGeom prst="ellipse">
            <a:avLst/>
          </a:prstGeom>
          <a:solidFill>
            <a:srgbClr val="FF6B35"/>
          </a:solidFill>
          <a:ln w="25146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49640" y="13716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8709660" y="1531620"/>
            <a:ext cx="137160" cy="137160"/>
          </a:xfrm>
          <a:prstGeom prst="ellipse">
            <a:avLst/>
          </a:prstGeom>
          <a:solidFill>
            <a:srgbClr val="FF6B35"/>
          </a:solidFill>
          <a:ln w="139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52360" y="1572768"/>
            <a:ext cx="292608" cy="29260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7554773" y="1675181"/>
            <a:ext cx="87782" cy="87782"/>
          </a:xfrm>
          <a:prstGeom prst="ellipse">
            <a:avLst/>
          </a:prstGeom>
          <a:solidFill>
            <a:srgbClr val="FF6B35"/>
          </a:solidFill>
          <a:ln w="89408">
            <a:solidFill>
              <a:srgbClr val="FFFFFF"/>
            </a:solidFill>
            <a:prstDash val="solid"/>
          </a:ln>
        </p:spPr>
      </p:sp>
      <p:pic>
        <p:nvPicPr>
          <p:cNvPr id="8" name="Image 0" descr="/Users/songheng/CodeBuddy/bountyapp/docs/screenshots/01-task-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685800"/>
            <a:ext cx="1753950" cy="37947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1A1A2E">
                <a:alpha val="18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640080" y="10515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SeekerHub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640080" y="20116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 a task near you.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hunter nearby gets it done.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40080" y="3200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location-based bounty marketplace for hyper-local errands 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post, claim, prove, and get paid in Beans.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4160520"/>
            <a:ext cx="100584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4343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· App Store (in review)   ·   gotseeker.com   · 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Hyper-local help is still broken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errands depend on knowing the right person — or on heavyweight platforms built for big jobs.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1A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260604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1168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" y="2139696"/>
            <a:ext cx="109728" cy="109728"/>
          </a:xfrm>
          <a:prstGeom prst="ellipse">
            <a:avLst/>
          </a:prstGeom>
          <a:solidFill>
            <a:srgbClr val="FF6B35"/>
          </a:solidFill>
          <a:ln w="11176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 favors, big friction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Queueing, pickups, quick photo checks — 5-minute tasks with no simple way to delegate to someone right next to you.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9000" y="1737360"/>
            <a:ext cx="260604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1A2E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737360"/>
            <a:ext cx="260604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201168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Shape 11"/>
          <p:cNvSpPr/>
          <p:nvPr/>
        </p:nvSpPr>
        <p:spPr>
          <a:xfrm>
            <a:off x="3785616" y="2139696"/>
            <a:ext cx="109728" cy="109728"/>
          </a:xfrm>
          <a:prstGeom prst="ellipse">
            <a:avLst/>
          </a:prstGeom>
          <a:solidFill>
            <a:srgbClr val="FF6B35"/>
          </a:solidFill>
          <a:ln w="11176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5146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trust without a handshake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32461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a stranger to do something for you requires evidence and accountability that group chats and classifieds can't provide.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737360"/>
            <a:ext cx="260604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1A2E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737360"/>
            <a:ext cx="260604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201168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Shape 17"/>
          <p:cNvSpPr/>
          <p:nvPr/>
        </p:nvSpPr>
        <p:spPr>
          <a:xfrm>
            <a:off x="6574536" y="2139696"/>
            <a:ext cx="109728" cy="109728"/>
          </a:xfrm>
          <a:prstGeom prst="ellipse">
            <a:avLst/>
          </a:prstGeom>
          <a:solidFill>
            <a:srgbClr val="FF6B35"/>
          </a:solidFill>
          <a:ln w="11176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25146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Platforms price you out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32461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platforms vet supply heavily and take large cuts on large jobs; micro-tasks don't fit their model.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ongheng/CodeBuddy/bountyapp/docs/screenshots/05-get-be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777240"/>
            <a:ext cx="1690554" cy="36576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1A1A2E">
                <a:alpha val="18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640080" y="502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bounty marketplace in your pocket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5544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SeekerHub matches a task with the nearest available hunter — the stake is escrowed in Beans the moment the task goes live.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0160" y="23500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&amp; stake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80160" y="2651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location pin, radius, deadline — beans are atomically reserved on publish.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21868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80160" y="319125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nearest hunter claims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34930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 sorted by distance / bounty / newest; one-tap claim, no bidding.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4059936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80160" y="403250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 proof settles it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433425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GPS-checked against the task radius; confirm releases the bounty instantly.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loop, two roles. Earned Beans can be spent posting your own tasks — the economy circulates.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874520" cy="2880360"/>
          </a:xfrm>
          <a:prstGeom prst="rect">
            <a:avLst/>
          </a:prstGeom>
          <a:solidFill>
            <a:srgbClr val="262640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20240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2697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310896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 a bean bounty on a map pin with a radius and a deadline.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87168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97480" y="1691640"/>
            <a:ext cx="1874520" cy="2880360"/>
          </a:xfrm>
          <a:prstGeom prst="rect">
            <a:avLst/>
          </a:prstGeom>
          <a:solidFill>
            <a:srgbClr val="262640"/>
          </a:solidFill>
          <a:ln/>
        </p:spPr>
      </p:sp>
      <p:sp>
        <p:nvSpPr>
          <p:cNvPr id="11" name="Shape 9"/>
          <p:cNvSpPr/>
          <p:nvPr/>
        </p:nvSpPr>
        <p:spPr>
          <a:xfrm>
            <a:off x="2898648" y="1920240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2898648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98648" y="2697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898648" y="310896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nearest hunter takes it — atomic claim, no double-grab.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44568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54880" y="1691640"/>
            <a:ext cx="1874520" cy="2880360"/>
          </a:xfrm>
          <a:prstGeom prst="rect">
            <a:avLst/>
          </a:prstGeom>
          <a:solidFill>
            <a:srgbClr val="262640"/>
          </a:solidFill>
          <a:ln/>
        </p:spPr>
      </p:sp>
      <p:sp>
        <p:nvSpPr>
          <p:cNvPr id="17" name="Shape 15"/>
          <p:cNvSpPr/>
          <p:nvPr/>
        </p:nvSpPr>
        <p:spPr>
          <a:xfrm>
            <a:off x="4956048" y="1920240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4956048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56048" y="2697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56048" y="310896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photos with GPS, validated inside the task radius.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01968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812280" y="1691640"/>
            <a:ext cx="1874520" cy="2880360"/>
          </a:xfrm>
          <a:prstGeom prst="rect">
            <a:avLst/>
          </a:prstGeom>
          <a:solidFill>
            <a:srgbClr val="262640"/>
          </a:solidFill>
          <a:ln/>
        </p:spPr>
      </p:sp>
      <p:sp>
        <p:nvSpPr>
          <p:cNvPr id="23" name="Shape 21"/>
          <p:cNvSpPr/>
          <p:nvPr/>
        </p:nvSpPr>
        <p:spPr>
          <a:xfrm>
            <a:off x="7013448" y="1920240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7013448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013448" y="2697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paid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013448" y="310896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releases the bounty to the hunter's wallet instantly.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the app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22376" y="1005840"/>
            <a:ext cx="1758018" cy="3675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1A2E">
                <a:alpha val="18000"/>
              </a:srgbClr>
            </a:outerShdw>
          </a:effectLst>
        </p:spPr>
      </p:sp>
      <p:pic>
        <p:nvPicPr>
          <p:cNvPr id="4" name="Image 0" descr="/Users/songheng/CodeBuddy/bountyapp/docs/screenshots/01-task-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60704"/>
            <a:ext cx="164829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645152"/>
            <a:ext cx="21054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Square — live feed sorted by distance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419856" y="1005840"/>
            <a:ext cx="1758018" cy="3675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1A2E">
                <a:alpha val="18000"/>
              </a:srgbClr>
            </a:outerShdw>
          </a:effectLst>
        </p:spPr>
      </p:sp>
      <p:pic>
        <p:nvPicPr>
          <p:cNvPr id="7" name="Image 1" descr="/Users/songheng/CodeBuddy/bountyapp/docs/screenshots/02-wal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060704"/>
            <a:ext cx="1648290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46120" y="4645152"/>
            <a:ext cx="21054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— dual ledger: purchased &amp; earned Beans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117336" y="1005840"/>
            <a:ext cx="1758018" cy="3675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1A2E">
                <a:alpha val="18000"/>
              </a:srgbClr>
            </a:outerShdw>
          </a:effectLst>
        </p:spPr>
      </p:sp>
      <p:pic>
        <p:nvPicPr>
          <p:cNvPr id="10" name="Image 2" descr="/Users/songheng/CodeBuddy/bountyapp/docs/screenshots/05-get-bea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60704"/>
            <a:ext cx="1648290" cy="35661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43600" y="4645152"/>
            <a:ext cx="21054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 — Apple In-App Purchase, 3 SKUs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Beans economy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1A1A2E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188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481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Beans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40280" y="12618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$0.99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3108960" cy="786384"/>
          </a:xfrm>
          <a:prstGeom prst="rect">
            <a:avLst/>
          </a:prstGeom>
          <a:solidFill>
            <a:srgbClr val="FFFFFF"/>
          </a:solidFill>
          <a:ln w="317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1A1A2E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029968"/>
            <a:ext cx="64008" cy="78638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4140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Beans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$1.99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2962656"/>
            <a:ext cx="3108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1A1A2E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0540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3467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Beans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40280" y="31272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$4.99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3108960" cy="658368"/>
          </a:xfrm>
          <a:prstGeom prst="rect">
            <a:avLst/>
          </a:prstGeom>
          <a:solidFill>
            <a:srgbClr val="FFF3E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416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Beans </a:t>
            </a:r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gift for every new account — enough to post your first task.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60520" y="1097280"/>
            <a:ext cx="4343400" cy="353872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self-circulating economy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480560" y="1856232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6572" y="1952244"/>
            <a:ext cx="82296" cy="82296"/>
          </a:xfrm>
          <a:prstGeom prst="ellipse">
            <a:avLst/>
          </a:prstGeom>
          <a:solidFill>
            <a:srgbClr val="FF6B35"/>
          </a:solidFill>
          <a:ln w="8382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Poster buys Beans (Apple IAP)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084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consumable SKUs — Guideline 3.1.1 compliant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80560" y="2514600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6572" y="2610612"/>
            <a:ext cx="82296" cy="82296"/>
          </a:xfrm>
          <a:prstGeom prst="ellipse">
            <a:avLst/>
          </a:prstGeom>
          <a:solidFill>
            <a:srgbClr val="FF6B35"/>
          </a:solidFill>
          <a:ln w="8382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487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Beans are staked on publish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reservation, refunded if cancelled unclaimed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80560" y="3172968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6572" y="3268980"/>
            <a:ext cx="82296" cy="82296"/>
          </a:xfrm>
          <a:prstGeom prst="ellipse">
            <a:avLst/>
          </a:prstGeom>
          <a:solidFill>
            <a:srgbClr val="FF6B35"/>
          </a:solidFill>
          <a:ln w="8382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145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Hunter completes → earns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3401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bounty lands in the earned ledger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480560" y="3831336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6572" y="3927348"/>
            <a:ext cx="82296" cy="82296"/>
          </a:xfrm>
          <a:prstGeom prst="ellipse">
            <a:avLst/>
          </a:prstGeom>
          <a:solidFill>
            <a:srgbClr val="FF6B35"/>
          </a:solidFill>
          <a:ln w="8382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803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Earned Beans fund new posts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92040" y="4059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and demand recycle inside the community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434840" y="4315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Beans are stakes, not currency: not withdrawable, not transferable. The platform never holds user funds.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is the product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mechanic is designed so a stranger transaction feels as safe as asking a friend.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794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1A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64792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Shape 4"/>
          <p:cNvSpPr/>
          <p:nvPr/>
        </p:nvSpPr>
        <p:spPr>
          <a:xfrm>
            <a:off x="977494" y="1873606"/>
            <a:ext cx="93269" cy="93269"/>
          </a:xfrm>
          <a:prstGeom prst="ellipse">
            <a:avLst/>
          </a:prstGeom>
          <a:solidFill>
            <a:srgbClr val="FF6B35"/>
          </a:solidFill>
          <a:ln w="94996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709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 + GPS evidence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16712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photos, server-side geo-fence check, 24h auto-confirm protects hunters.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508760"/>
            <a:ext cx="3794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1A2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764792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Shape 9"/>
          <p:cNvSpPr/>
          <p:nvPr/>
        </p:nvSpPr>
        <p:spPr>
          <a:xfrm>
            <a:off x="5046574" y="1873606"/>
            <a:ext cx="93269" cy="93269"/>
          </a:xfrm>
          <a:prstGeom prst="ellipse">
            <a:avLst/>
          </a:prstGeom>
          <a:solidFill>
            <a:srgbClr val="FF6B35"/>
          </a:solidFill>
          <a:ln w="94996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709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Apple-verified payments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216712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StoreKit 2 JWS validated against the Apple Root CA; idempotent by transaction id.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3794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1A2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456432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Shape 14"/>
          <p:cNvSpPr/>
          <p:nvPr/>
        </p:nvSpPr>
        <p:spPr>
          <a:xfrm>
            <a:off x="977494" y="3565246"/>
            <a:ext cx="93269" cy="93269"/>
          </a:xfrm>
          <a:prstGeom prst="ellipse">
            <a:avLst/>
          </a:prstGeom>
          <a:solidFill>
            <a:srgbClr val="FF6B35"/>
          </a:solidFill>
          <a:ln w="94996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4015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GDPR by default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385876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First-launch consent, in-app policy pages, one-tap account deletion with 30-day purge.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200400"/>
            <a:ext cx="3794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1A2E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3456432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Shape 19"/>
          <p:cNvSpPr/>
          <p:nvPr/>
        </p:nvSpPr>
        <p:spPr>
          <a:xfrm>
            <a:off x="5046574" y="3565246"/>
            <a:ext cx="93269" cy="93269"/>
          </a:xfrm>
          <a:prstGeom prst="ellipse">
            <a:avLst/>
          </a:prstGeom>
          <a:solidFill>
            <a:srgbClr val="FF6B35"/>
          </a:solidFill>
          <a:ln w="94996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34015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tracking, no leaks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37760" y="385876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manifest with valid Required-Reason declarations; chat URLs blocked; platform-only image hosting.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to ship, built to last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874520" cy="2286000"/>
          </a:xfrm>
          <a:prstGeom prst="rect">
            <a:avLst/>
          </a:prstGeom>
          <a:solidFill>
            <a:srgbClr val="26264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187452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checks green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90779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beans conservation, forged-JWS rejection, geo-fence, restore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1371600"/>
            <a:ext cx="1874520" cy="2286000"/>
          </a:xfrm>
          <a:prstGeom prst="rect">
            <a:avLst/>
          </a:prstGeom>
          <a:solidFill>
            <a:srgbClr val="262640"/>
          </a:solidFill>
          <a:ln/>
        </p:spPr>
      </p:sp>
      <p:sp>
        <p:nvSpPr>
          <p:cNvPr id="9" name="Shape 7"/>
          <p:cNvSpPr/>
          <p:nvPr/>
        </p:nvSpPr>
        <p:spPr>
          <a:xfrm>
            <a:off x="2697480" y="1371600"/>
            <a:ext cx="187452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2880360" y="15544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175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2880360" y="23774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countries &amp; regions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80360" y="290779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distribution from a HK edge node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1874520" cy="2286000"/>
          </a:xfrm>
          <a:prstGeom prst="rect">
            <a:avLst/>
          </a:prstGeom>
          <a:solidFill>
            <a:srgbClr val="262640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371600"/>
            <a:ext cx="187452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5544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4937760" y="23774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 notification events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90779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APNs, production gateway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1371600"/>
            <a:ext cx="1874520" cy="2286000"/>
          </a:xfrm>
          <a:prstGeom prst="rect">
            <a:avLst/>
          </a:prstGeom>
          <a:solidFill>
            <a:srgbClr val="26264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12280" y="1371600"/>
            <a:ext cx="187452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15544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6995160" y="23774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IAP SKUs verified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290779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consumable, JWS-signed, idempotent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+ StoreKit 2  →  Go API (Gin) on Tencent Cloud HK  →  SQLite + Redis + COS  →  CI/CD with version-checked deploys &amp; auto-rollback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healthz reports the exact deployed git SHA — every release is verifiable in production.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SeekerHub fits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1A2E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4173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TaskRabbit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pros, big jobs, 15%+ cut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vetting wall — anyone nearby can claim a 5-minute task.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18872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1A2E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14173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Fiverr / Upwork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1783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Remote, project-based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23317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&amp; immediate: LBS radius, minutes-level deadlines.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A1A2E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4173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 Agent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1783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Crowdsourced photo audits only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23317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task types and free-form pricing, same evidence rigor.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7863840" cy="10515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3822192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0422" y="3998214"/>
            <a:ext cx="150876" cy="150876"/>
          </a:xfrm>
          <a:prstGeom prst="ellipse">
            <a:avLst/>
          </a:prstGeom>
          <a:solidFill>
            <a:srgbClr val="FF6B35"/>
          </a:solidFill>
          <a:ln w="15367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703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wedge: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density inside a small radius + a photo-anchored trust chain. Everyone can earn and everyone can post — the marketplace bootstraps itself.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launch to real-money escrow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68680" y="1847088"/>
            <a:ext cx="7406640" cy="0"/>
          </a:xfrm>
          <a:prstGeom prst="line">
            <a:avLst/>
          </a:prstGeom>
          <a:noFill/>
          <a:ln w="25400">
            <a:solidFill>
              <a:srgbClr val="3A3A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25880" y="1664208"/>
            <a:ext cx="365760" cy="365760"/>
          </a:xfrm>
          <a:prstGeom prst="ellipse">
            <a:avLst/>
          </a:prstGeom>
          <a:solidFill>
            <a:srgbClr val="FF6B35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V1.0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CD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launch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App Store review — beans economy, geo-fenced tasks, evidence, chat, APNs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664208"/>
            <a:ext cx="365760" cy="365760"/>
          </a:xfrm>
          <a:prstGeom prst="ellipse">
            <a:avLst/>
          </a:prstGeom>
          <a:solidFill>
            <a:srgbClr val="262640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V1.1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CD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43200" y="2834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moderation, analytics, rewards center (earned-bean redemption)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40680" y="1664208"/>
            <a:ext cx="365760" cy="365760"/>
          </a:xfrm>
          <a:prstGeom prst="ellipse">
            <a:avLst/>
          </a:prstGeom>
          <a:solidFill>
            <a:srgbClr val="262640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V1.2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CD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00600" y="2834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reputation, hunter levels, referral beans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98080" y="1664208"/>
            <a:ext cx="365760" cy="365760"/>
          </a:xfrm>
          <a:prstGeom prst="ellipse">
            <a:avLst/>
          </a:prstGeom>
          <a:solidFill>
            <a:srgbClr val="262640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V2.0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1228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CD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money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0" y="2834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Connect escrow split (HK entity) — beans become posting stakes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94560" y="4069080"/>
            <a:ext cx="4754880" cy="685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2194560" y="40690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SeekerHub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·  gotseeker.com  ·  App Store (in review)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SeekerHub — Post a task near you. A hunter nearby gets it done.</dc:title>
  <dc:subject>PptxGenJS Presentation</dc:subject>
  <dc:creator>SeekerHub</dc:creator>
  <cp:lastModifiedBy>SeekerHub</cp:lastModifiedBy>
  <cp:revision>1</cp:revision>
  <dcterms:created xsi:type="dcterms:W3CDTF">2026-09-02T05:57:19Z</dcterms:created>
  <dcterms:modified xsi:type="dcterms:W3CDTF">2026-09-02T05:57:19Z</dcterms:modified>
</cp:coreProperties>
</file>